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sldIdLst>
    <p:sldId id="256" r:id="rId2"/>
    <p:sldId id="258" r:id="rId3"/>
    <p:sldId id="267" r:id="rId4"/>
    <p:sldId id="259" r:id="rId5"/>
    <p:sldId id="278" r:id="rId6"/>
    <p:sldId id="260" r:id="rId7"/>
    <p:sldId id="277" r:id="rId8"/>
    <p:sldId id="262" r:id="rId9"/>
    <p:sldId id="2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5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Divisa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3A1C593-65D0-4073-BCC9-577B9352EA97}" type="datetimeFigureOut">
              <a:rPr lang="en-US" smtClean="0"/>
              <a:t>9/28/2019</a:t>
            </a:fld>
            <a:endParaRPr lang="en-US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/>
              </a:rPr>
              <a:t>SUÍTE DE INTEGRAÇÃO DE SISTEMAS WEB 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2153438" y="3915374"/>
            <a:ext cx="9144000" cy="1133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altLang="en-US" sz="1600" dirty="0"/>
              <a:t>Universidade Federal do Rio Grande</a:t>
            </a:r>
          </a:p>
          <a:p>
            <a:pPr algn="r"/>
            <a:r>
              <a:rPr lang="pt-BR" altLang="en-US" sz="1600" dirty="0"/>
              <a:t>PPG Aplicações para </a:t>
            </a:r>
            <a:r>
              <a:rPr lang="pt-BR" altLang="en-US" sz="1600" dirty="0" smtClean="0"/>
              <a:t>Web - </a:t>
            </a:r>
            <a:r>
              <a:rPr lang="pt-BR" altLang="en-US" sz="1600" dirty="0" smtClean="0">
                <a:sym typeface="+mn-ea"/>
              </a:rPr>
              <a:t>Polo </a:t>
            </a:r>
            <a:r>
              <a:rPr lang="pt-BR" altLang="en-US" sz="1600" dirty="0" smtClean="0">
                <a:sym typeface="+mn-ea"/>
              </a:rPr>
              <a:t>SJN</a:t>
            </a:r>
          </a:p>
          <a:p>
            <a:pPr algn="r"/>
            <a:r>
              <a:rPr lang="pt-BR" altLang="en-US" sz="1600" dirty="0" smtClean="0">
                <a:sym typeface="+mn-ea"/>
              </a:rPr>
              <a:t>Prof. Dr. Vinicius Menezes de Oliveira</a:t>
            </a:r>
            <a:r>
              <a:rPr lang="pt-BR" altLang="en-US" sz="1600" dirty="0">
                <a:sym typeface="+mn-ea"/>
              </a:rPr>
              <a:t/>
            </a:r>
            <a:br>
              <a:rPr lang="pt-BR" altLang="en-US" sz="1600" dirty="0">
                <a:sym typeface="+mn-ea"/>
              </a:rPr>
            </a:br>
            <a:r>
              <a:rPr lang="pt-BR" altLang="en-US" sz="1600" dirty="0">
                <a:sym typeface="+mn-ea"/>
              </a:rPr>
              <a:t>Rodrigo de Matos Alves - 129095</a:t>
            </a:r>
            <a:r>
              <a:rPr lang="pt-BR" altLang="en-US" dirty="0">
                <a:sym typeface="+mn-ea"/>
              </a:rPr>
              <a:t> </a:t>
            </a:r>
            <a:endParaRPr lang="pt-BR" altLang="en-US" dirty="0"/>
          </a:p>
          <a:p>
            <a:pPr algn="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r>
              <a:rPr lang="pt-BR" dirty="0"/>
              <a:t>Com a web se estabeleceu um cenário fértil para a criação de soluções para as mais variadas áreas que a usam como plataforma. </a:t>
            </a:r>
            <a:endParaRPr lang="pt-BR" dirty="0" smtClean="0"/>
          </a:p>
          <a:p>
            <a:r>
              <a:rPr lang="pt-BR" dirty="0" smtClean="0"/>
              <a:t>Devido </a:t>
            </a:r>
            <a:r>
              <a:rPr lang="pt-BR" dirty="0"/>
              <a:t>ao aumento de ferramentas disponíveis e necessidade de disponibilizar dados em mais de um sistema, se torna necessário existir uma integração para facilitar processos que envolvam escopos diferentes. </a:t>
            </a:r>
            <a:endParaRPr lang="pt-BR" dirty="0" smtClean="0"/>
          </a:p>
          <a:p>
            <a:r>
              <a:rPr lang="pt-BR" dirty="0" smtClean="0"/>
              <a:t>Este </a:t>
            </a:r>
            <a:r>
              <a:rPr lang="pt-BR" dirty="0"/>
              <a:t>artigo abordará uma proposta de solução de integração genérica entre sistemas, simulando uma lógica de negócio interdependente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Introdução e contexto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pt-BR" dirty="0"/>
              <a:t>Com o decorrer, surgiram ferramentas integradas que sanam um escopo maior de um problema</a:t>
            </a:r>
            <a:r>
              <a:rPr lang="pt-BR" dirty="0" smtClean="0"/>
              <a:t>,</a:t>
            </a:r>
            <a:r>
              <a:rPr lang="pt-BR" dirty="0"/>
              <a:t> </a:t>
            </a:r>
            <a:r>
              <a:rPr lang="pt-BR" dirty="0" smtClean="0"/>
              <a:t>porem os seguintes motivos podem </a:t>
            </a:r>
            <a:r>
              <a:rPr lang="pt-BR" dirty="0"/>
              <a:t>impedir uma </a:t>
            </a:r>
            <a:r>
              <a:rPr lang="pt-BR" dirty="0" smtClean="0"/>
              <a:t>troca:</a:t>
            </a:r>
          </a:p>
          <a:p>
            <a:pPr lvl="1"/>
            <a:r>
              <a:rPr lang="pt-BR" dirty="0" smtClean="0"/>
              <a:t>a </a:t>
            </a:r>
            <a:r>
              <a:rPr lang="pt-BR" dirty="0"/>
              <a:t>dificuldade de migração de ferramenta para outra, </a:t>
            </a:r>
            <a:endParaRPr lang="pt-BR" dirty="0" smtClean="0"/>
          </a:p>
          <a:p>
            <a:pPr lvl="1"/>
            <a:r>
              <a:rPr lang="pt-BR" dirty="0" smtClean="0"/>
              <a:t>a </a:t>
            </a:r>
            <a:r>
              <a:rPr lang="pt-BR" dirty="0"/>
              <a:t>possibilidade de importação de dados </a:t>
            </a:r>
            <a:r>
              <a:rPr lang="pt-BR" dirty="0" smtClean="0"/>
              <a:t>e,</a:t>
            </a:r>
          </a:p>
          <a:p>
            <a:pPr lvl="1"/>
            <a:r>
              <a:rPr lang="pt-BR" dirty="0" smtClean="0"/>
              <a:t>até </a:t>
            </a:r>
            <a:r>
              <a:rPr lang="pt-BR" dirty="0"/>
              <a:t>uma resistência cultural </a:t>
            </a:r>
            <a:endParaRPr lang="pt-BR" dirty="0" smtClean="0"/>
          </a:p>
          <a:p>
            <a:r>
              <a:rPr lang="pt-BR" sz="2300" dirty="0" smtClean="0"/>
              <a:t>Porém </a:t>
            </a:r>
            <a:r>
              <a:rPr lang="pt-BR" sz="2300" dirty="0"/>
              <a:t>o cenário mais comum </a:t>
            </a:r>
            <a:r>
              <a:rPr lang="pt-BR" sz="2300" dirty="0" smtClean="0"/>
              <a:t>é:</a:t>
            </a:r>
          </a:p>
          <a:p>
            <a:pPr lvl="1"/>
            <a:r>
              <a:rPr lang="pt-BR" dirty="0" smtClean="0"/>
              <a:t>necessidade </a:t>
            </a:r>
            <a:r>
              <a:rPr lang="pt-BR" dirty="0"/>
              <a:t>de integração de dados entre 2 </a:t>
            </a:r>
            <a:r>
              <a:rPr lang="pt-BR" dirty="0" smtClean="0"/>
              <a:t>empresas</a:t>
            </a:r>
          </a:p>
          <a:p>
            <a:r>
              <a:rPr lang="pt-BR" sz="2300" dirty="0" smtClean="0"/>
              <a:t>Sistemas </a:t>
            </a:r>
            <a:r>
              <a:rPr lang="pt-BR" sz="2300" dirty="0"/>
              <a:t>diferentes que não existe necessidade de alteração do sistema inteiro de uma das partes</a:t>
            </a:r>
            <a:r>
              <a:rPr lang="pt-BR" sz="2300" dirty="0" smtClean="0"/>
              <a:t>.</a:t>
            </a:r>
          </a:p>
          <a:p>
            <a:r>
              <a:rPr lang="pt-BR" sz="2300" dirty="0" smtClean="0"/>
              <a:t>Nesses </a:t>
            </a:r>
            <a:r>
              <a:rPr lang="pt-BR" sz="2300" dirty="0"/>
              <a:t>casos se busca a possibilidade de integração entre esses sistemas.</a:t>
            </a:r>
          </a:p>
          <a:p>
            <a:pPr lvl="0"/>
            <a:endParaRPr lang="pt-BR" altLang="en-US" dirty="0"/>
          </a:p>
          <a:p>
            <a:endParaRPr lang="pt-BR" alt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altLang="en-US"/>
              <a:t>Contexto e Motivação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en-US" dirty="0"/>
              <a:t>Levantamento de ferramentas que se proponham a resolver a problemática.</a:t>
            </a:r>
          </a:p>
          <a:p>
            <a:r>
              <a:rPr lang="pt-BR" altLang="en-US" dirty="0" smtClean="0"/>
              <a:t>Analise </a:t>
            </a:r>
            <a:r>
              <a:rPr lang="pt-BR" altLang="en-US" dirty="0"/>
              <a:t>critica de funcionalidades, tecnologia utilizada e </a:t>
            </a:r>
            <a:r>
              <a:rPr lang="pt-BR" altLang="en-US" dirty="0" smtClean="0"/>
              <a:t>aplicabilidade.</a:t>
            </a:r>
            <a:endParaRPr lang="pt-BR" alt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Objetivos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443582"/>
          </a:xfrm>
        </p:spPr>
        <p:txBody>
          <a:bodyPr/>
          <a:lstStyle/>
          <a:p>
            <a:pPr algn="ctr"/>
            <a:r>
              <a:rPr lang="pt-BR" dirty="0" smtClean="0"/>
              <a:t>Apresentação Código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856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en-US" dirty="0" smtClean="0"/>
              <a:t>Protótipo de software funcional.</a:t>
            </a:r>
            <a:endParaRPr lang="pt-BR" altLang="en-US" dirty="0"/>
          </a:p>
          <a:p>
            <a:r>
              <a:rPr lang="pt-BR" altLang="en-US" dirty="0" smtClean="0"/>
              <a:t>Relat</a:t>
            </a:r>
            <a:r>
              <a:rPr lang="pt-BR" altLang="en-US" dirty="0" smtClean="0"/>
              <a:t>ório técnico</a:t>
            </a:r>
            <a:r>
              <a:rPr lang="pt-BR" altLang="en-US" dirty="0" smtClean="0"/>
              <a:t>.</a:t>
            </a:r>
            <a:endParaRPr lang="pt-BR" alt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Resultados esperados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pt-BR" alt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Estudo de bibliografia</a:t>
            </a:r>
            <a:endParaRPr lang="pt-BR" altLang="en-US" sz="2800" b="0" dirty="0">
              <a:solidFill>
                <a:srgbClr val="000000"/>
              </a:solidFill>
              <a:latin typeface="Calibri" panose="020F0502020204030204" charset="0"/>
            </a:endParaRPr>
          </a:p>
          <a:p>
            <a:pPr marL="800100" lvl="1" indent="-342900">
              <a:buFont typeface="+mj-lt"/>
              <a:buAutoNum type="romanLcPeriod"/>
            </a:pPr>
            <a:r>
              <a:rPr lang="pt-BR" alt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Estudo 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de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ferramentas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de </a:t>
            </a:r>
            <a:r>
              <a:rPr lang="en-US" sz="280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integração</a:t>
            </a:r>
            <a:r>
              <a:rPr lang="en-US" sz="280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.</a:t>
            </a:r>
          </a:p>
          <a:p>
            <a:pPr marL="800100" lvl="1" indent="-342900">
              <a:buFont typeface="+mj-lt"/>
              <a:buAutoNum type="romanLcPeriod"/>
            </a:pPr>
            <a:r>
              <a:rPr lang="en-US" altLang="en-US" sz="2800" b="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Estudo</a:t>
            </a:r>
            <a:r>
              <a:rPr lang="en-US" altLang="en-US" sz="2800" b="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altLang="en-US" sz="2800" b="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tecnologias</a:t>
            </a:r>
            <a:endParaRPr lang="en-US" altLang="en-US" sz="2800" b="0" dirty="0">
              <a:solidFill>
                <a:srgbClr val="000000"/>
              </a:solidFill>
              <a:latin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80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Análise</a:t>
            </a:r>
            <a:r>
              <a:rPr lang="en-US" sz="280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crítica</a:t>
            </a:r>
            <a:r>
              <a:rPr lang="en-US" sz="280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de </a:t>
            </a:r>
            <a:r>
              <a:rPr lang="en-US" sz="280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funcionalidades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tecnologia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utilizada</a:t>
            </a:r>
            <a:r>
              <a:rPr lang="en-US" sz="280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.</a:t>
            </a:r>
            <a:endParaRPr lang="en-US" altLang="en-US" sz="2800" b="0" dirty="0">
              <a:solidFill>
                <a:srgbClr val="000000"/>
              </a:solidFill>
              <a:latin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80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Definição</a:t>
            </a:r>
            <a:r>
              <a:rPr lang="en-US" sz="280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sz="280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modelo</a:t>
            </a:r>
            <a:r>
              <a:rPr lang="en-US" sz="280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e </a:t>
            </a:r>
            <a:r>
              <a:rPr lang="en-US" sz="280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implementação</a:t>
            </a:r>
            <a:endParaRPr lang="en-US" sz="2800" dirty="0" smtClean="0">
              <a:solidFill>
                <a:srgbClr val="000000"/>
              </a:solidFill>
              <a:latin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800" dirty="0" err="1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Finalização</a:t>
            </a:r>
            <a:r>
              <a:rPr lang="en-US" sz="2800" dirty="0" smtClean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do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trabalho</a:t>
            </a:r>
            <a:endParaRPr lang="pt-BR" alt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Lista de atividades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CUMMINS, Fred A. Enterprise </a:t>
            </a:r>
            <a:r>
              <a:rPr lang="pt-BR" dirty="0" err="1"/>
              <a:t>integration</a:t>
            </a:r>
            <a:r>
              <a:rPr lang="pt-BR" dirty="0"/>
              <a:t>: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r>
              <a:rPr lang="pt-BR" dirty="0"/>
              <a:t> for </a:t>
            </a:r>
            <a:r>
              <a:rPr lang="pt-BR" dirty="0" err="1"/>
              <a:t>enterprise</a:t>
            </a:r>
            <a:r>
              <a:rPr lang="pt-BR" dirty="0"/>
              <a:t> </a:t>
            </a:r>
            <a:r>
              <a:rPr lang="pt-BR" dirty="0" err="1"/>
              <a:t>application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systems </a:t>
            </a:r>
            <a:r>
              <a:rPr lang="pt-BR" dirty="0" err="1"/>
              <a:t>integration</a:t>
            </a:r>
            <a:r>
              <a:rPr lang="pt-BR" dirty="0"/>
              <a:t>. 2002. </a:t>
            </a:r>
          </a:p>
          <a:p>
            <a:r>
              <a:rPr lang="pt-BR" dirty="0"/>
              <a:t>FERNANDES, Miguel Lemos Machado Vilaça. Enterprise </a:t>
            </a:r>
            <a:r>
              <a:rPr lang="pt-BR" dirty="0" err="1"/>
              <a:t>Architecture</a:t>
            </a:r>
            <a:r>
              <a:rPr lang="pt-BR" dirty="0"/>
              <a:t> as a </a:t>
            </a:r>
            <a:r>
              <a:rPr lang="pt-BR" dirty="0" err="1"/>
              <a:t>service-oriented</a:t>
            </a:r>
            <a:r>
              <a:rPr lang="pt-BR" dirty="0"/>
              <a:t> </a:t>
            </a:r>
            <a:r>
              <a:rPr lang="pt-BR" dirty="0" err="1"/>
              <a:t>model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sustainably</a:t>
            </a:r>
            <a:r>
              <a:rPr lang="pt-BR" dirty="0"/>
              <a:t> </a:t>
            </a:r>
            <a:r>
              <a:rPr lang="pt-BR" dirty="0" err="1"/>
              <a:t>support</a:t>
            </a:r>
            <a:r>
              <a:rPr lang="pt-BR" dirty="0"/>
              <a:t> IT Management. 2017. </a:t>
            </a:r>
          </a:p>
          <a:p>
            <a:r>
              <a:rPr lang="pt-BR" dirty="0"/>
              <a:t>ABILIO, Ramon et al. A Case </a:t>
            </a:r>
            <a:r>
              <a:rPr lang="pt-BR" dirty="0" err="1"/>
              <a:t>study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a </a:t>
            </a:r>
            <a:r>
              <a:rPr lang="pt-BR" dirty="0" err="1"/>
              <a:t>service-based</a:t>
            </a:r>
            <a:r>
              <a:rPr lang="pt-BR" dirty="0"/>
              <a:t> </a:t>
            </a:r>
            <a:r>
              <a:rPr lang="pt-BR" dirty="0" err="1"/>
              <a:t>information</a:t>
            </a:r>
            <a:r>
              <a:rPr lang="pt-BR" dirty="0"/>
              <a:t> systems </a:t>
            </a:r>
            <a:r>
              <a:rPr lang="pt-BR" dirty="0" err="1"/>
              <a:t>integration</a:t>
            </a:r>
            <a:r>
              <a:rPr lang="pt-BR" dirty="0"/>
              <a:t> in </a:t>
            </a:r>
            <a:r>
              <a:rPr lang="pt-BR" dirty="0" err="1"/>
              <a:t>academic</a:t>
            </a:r>
            <a:r>
              <a:rPr lang="pt-BR" dirty="0"/>
              <a:t> </a:t>
            </a:r>
            <a:r>
              <a:rPr lang="pt-BR" dirty="0" err="1"/>
              <a:t>environment</a:t>
            </a:r>
            <a:r>
              <a:rPr lang="pt-BR" dirty="0"/>
              <a:t>. Revista Brasileira de Computação Aplicada, v. 11, n. 1, p. 2-13, 2019. </a:t>
            </a:r>
          </a:p>
          <a:p>
            <a:r>
              <a:rPr lang="pt-BR" dirty="0"/>
              <a:t>SIQUEIRA, Otávio Manoel Pereira; DE OLIVEIRA, Robert Anderson Nogueira; DE OLIVEIRA, </a:t>
            </a:r>
            <a:r>
              <a:rPr lang="pt-BR" dirty="0" err="1"/>
              <a:t>Adicinéia</a:t>
            </a:r>
            <a:r>
              <a:rPr lang="pt-BR" dirty="0"/>
              <a:t> Aparecida. Integração de sistemas de informação em saúde com a utilização de Service </a:t>
            </a:r>
            <a:r>
              <a:rPr lang="pt-BR" dirty="0" err="1"/>
              <a:t>Oriented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r>
              <a:rPr lang="pt-BR" dirty="0"/>
              <a:t> (SOA). JISTEM: </a:t>
            </a:r>
            <a:r>
              <a:rPr lang="pt-BR" dirty="0" err="1"/>
              <a:t>Journal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Information</a:t>
            </a:r>
            <a:r>
              <a:rPr lang="pt-BR" dirty="0"/>
              <a:t> Systems </a:t>
            </a:r>
            <a:r>
              <a:rPr lang="pt-BR" dirty="0" err="1"/>
              <a:t>and</a:t>
            </a:r>
            <a:r>
              <a:rPr lang="pt-BR" dirty="0"/>
              <a:t> Technology Management, v. 13, n. 2, p. 255-274, 2016. </a:t>
            </a:r>
          </a:p>
          <a:p>
            <a:r>
              <a:rPr lang="pt-BR" dirty="0"/>
              <a:t>TEIXEIRA, Pedro. Professional Node. </a:t>
            </a:r>
            <a:r>
              <a:rPr lang="pt-BR" dirty="0" err="1"/>
              <a:t>js</a:t>
            </a:r>
            <a:r>
              <a:rPr lang="pt-BR" dirty="0"/>
              <a:t>: </a:t>
            </a:r>
            <a:r>
              <a:rPr lang="pt-BR" dirty="0" err="1"/>
              <a:t>Building</a:t>
            </a:r>
            <a:r>
              <a:rPr lang="pt-BR" dirty="0"/>
              <a:t> 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/>
              <a:t>based</a:t>
            </a:r>
            <a:r>
              <a:rPr lang="pt-BR" dirty="0"/>
              <a:t> </a:t>
            </a:r>
            <a:r>
              <a:rPr lang="pt-BR" dirty="0" err="1"/>
              <a:t>scalable</a:t>
            </a:r>
            <a:r>
              <a:rPr lang="pt-BR" dirty="0"/>
              <a:t> software. 2012. </a:t>
            </a:r>
          </a:p>
          <a:p>
            <a:r>
              <a:rPr lang="pt-BR" dirty="0"/>
              <a:t>SAYÃO, Luís Fernando; MARCONDES, Carlos Henrique. O desafio da interoperabilidade e as novas perspectivas para as bibliotecas digitais. </a:t>
            </a:r>
            <a:r>
              <a:rPr lang="pt-BR" dirty="0" err="1"/>
              <a:t>Transinformação</a:t>
            </a:r>
            <a:r>
              <a:rPr lang="pt-BR" dirty="0"/>
              <a:t>, v. 20, n. 2, p. 133-148, 2008. </a:t>
            </a:r>
          </a:p>
          <a:p>
            <a:r>
              <a:rPr lang="pt-BR" dirty="0"/>
              <a:t>TEIXEIRA, Milene Santos et al. Sistema web para gerenciamento e acompanhamento de uso de medicação em ambientes de vivência assistida. In: Anais do XII Simpósio Brasileiro de Sistemas de Informação. SBC, 2016. p. 278-284.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Referencias Bibliograficas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/>
              </a:rPr>
              <a:t>SUÍTE DE INTEGRAÇÃO DE SISTEMAS WEB 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2153438" y="3915374"/>
            <a:ext cx="9144000" cy="1133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altLang="en-US" sz="1600" dirty="0"/>
              <a:t>Universidade Federal do Rio Grande</a:t>
            </a:r>
          </a:p>
          <a:p>
            <a:pPr algn="r"/>
            <a:r>
              <a:rPr lang="pt-BR" altLang="en-US" sz="1600" dirty="0"/>
              <a:t>PPG Aplicações para </a:t>
            </a:r>
            <a:r>
              <a:rPr lang="pt-BR" altLang="en-US" sz="1600" dirty="0" smtClean="0"/>
              <a:t>Web - </a:t>
            </a:r>
            <a:r>
              <a:rPr lang="pt-BR" altLang="en-US" sz="1600" dirty="0" smtClean="0">
                <a:sym typeface="+mn-ea"/>
              </a:rPr>
              <a:t>Polo </a:t>
            </a:r>
            <a:r>
              <a:rPr lang="pt-BR" altLang="en-US" sz="1600" dirty="0" smtClean="0">
                <a:sym typeface="+mn-ea"/>
              </a:rPr>
              <a:t>SJN</a:t>
            </a:r>
          </a:p>
          <a:p>
            <a:pPr algn="r"/>
            <a:r>
              <a:rPr lang="pt-BR" altLang="en-US" sz="1600" dirty="0" smtClean="0">
                <a:sym typeface="+mn-ea"/>
              </a:rPr>
              <a:t>Prof. Dr. Vinicius Menezes de Oliveira</a:t>
            </a:r>
            <a:r>
              <a:rPr lang="pt-BR" altLang="en-US" sz="1600" dirty="0">
                <a:sym typeface="+mn-ea"/>
              </a:rPr>
              <a:t/>
            </a:r>
            <a:br>
              <a:rPr lang="pt-BR" altLang="en-US" sz="1600" dirty="0">
                <a:sym typeface="+mn-ea"/>
              </a:rPr>
            </a:br>
            <a:r>
              <a:rPr lang="pt-BR" altLang="en-US" sz="1600" dirty="0">
                <a:sym typeface="+mn-ea"/>
              </a:rPr>
              <a:t>Rodrigo de Matos Alves - 129095</a:t>
            </a:r>
            <a:r>
              <a:rPr lang="pt-BR" altLang="en-US" dirty="0">
                <a:sym typeface="+mn-ea"/>
              </a:rPr>
              <a:t> </a:t>
            </a:r>
            <a:endParaRPr lang="pt-BR" alt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3427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1614</TotalTime>
  <Words>527</Words>
  <Application>Microsoft Office PowerPoint</Application>
  <PresentationFormat>Personalizar</PresentationFormat>
  <Paragraphs>43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Concurso</vt:lpstr>
      <vt:lpstr>SUÍTE DE INTEGRAÇÃO DE SISTEMAS WEB </vt:lpstr>
      <vt:lpstr>Introdução e contexto</vt:lpstr>
      <vt:lpstr>Contexto e Motivação</vt:lpstr>
      <vt:lpstr>Objetivos </vt:lpstr>
      <vt:lpstr>Apresentação Código</vt:lpstr>
      <vt:lpstr>Resultados esperados</vt:lpstr>
      <vt:lpstr>Lista de atividades</vt:lpstr>
      <vt:lpstr>Referencias Bibliograficas</vt:lpstr>
      <vt:lpstr>SUÍTE DE INTEGRAÇÃO DE SISTEMAS WEB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web na gestão de TI</dc:title>
  <dc:creator/>
  <cp:lastModifiedBy>Rodrigo de Matos Alves</cp:lastModifiedBy>
  <cp:revision>16</cp:revision>
  <dcterms:created xsi:type="dcterms:W3CDTF">2019-06-28T19:23:00Z</dcterms:created>
  <dcterms:modified xsi:type="dcterms:W3CDTF">2019-09-29T13:33:49Z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1046-11.2.0.8641</vt:lpwstr>
  </property>
</Properties>
</file>